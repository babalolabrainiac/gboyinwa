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GBOYINWA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D764"/>
                </a:solidFill>
              </a:defRPr>
            </a:pPr>
            <a:r>
              <a:t>Sample Pitch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About Our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>
                <a:solidFill>
                  <a:srgbClr val="323232"/>
                </a:solidFill>
              </a:defRPr>
            </a:pPr>
            <a:r>
              <a:t>This is a sample presentation file for testing the Gboyinwa document library.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Upload and share presentations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View documents in the browser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Organize files by category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</a:defRPr>
            </a:pPr>
            <a:r>
              <a:t>• Secure cloud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D764"/>
                </a:solidFill>
              </a:defRPr>
            </a:pPr>
            <a:r>
              <a:t>gboyinwa.com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